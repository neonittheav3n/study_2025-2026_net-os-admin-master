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67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F2F9B0-80C1-4CEE-9FA5-4A89DF0D5F85}" v="161" dt="2025-12-13T16:32:05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a typeface="+mj-lt"/>
                <a:cs typeface="+mj-lt"/>
              </a:rPr>
              <a:t>Лабораторная работа №15</a:t>
            </a:r>
            <a:endParaRPr lang="ru-RU" dirty="0"/>
          </a:p>
          <a:p>
            <a:r>
              <a:rPr lang="ru-RU" dirty="0">
                <a:ea typeface="+mj-lt"/>
                <a:cs typeface="+mj-lt"/>
              </a:rPr>
              <a:t>Настройка сетевого журналирования</a:t>
            </a:r>
            <a:endParaRPr lang="ru-RU" dirty="0"/>
          </a:p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Жаворонков Кирилл Александрович</a:t>
            </a:r>
          </a:p>
          <a:p>
            <a:r>
              <a:rPr lang="ru-RU" dirty="0"/>
              <a:t>1132231844</a:t>
            </a:r>
          </a:p>
          <a:p>
            <a:r>
              <a:rPr lang="ru-RU" dirty="0"/>
              <a:t>НПИбд-01-23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82D98-2648-AD08-D1D6-4F48BA637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Настройка сервера сетевого журнала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0955966-8578-ABF6-8D48-23EB8DE01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29437"/>
            <a:ext cx="10515600" cy="334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342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985AF2-82AC-817E-A090-38FE8AD6F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Настройка сервера сетевого журнала</a:t>
            </a:r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2A92F1F-73E9-EF17-0FBC-7F0FE0A8BD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6325" y="2605881"/>
            <a:ext cx="1003935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721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4AE2A-2531-D836-24D3-BD458B4B4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48F6D5-8EDB-36C7-51F1-4237AC985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Настройка сервера сетевого журнала</a:t>
            </a:r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E948D5B-8956-2467-E1D7-5D77B59EF7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0852" y="1170949"/>
            <a:ext cx="6442436" cy="500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847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B3854-36B6-5C17-A9E8-C49E04283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2FDE27-A19D-FA99-2280-B61717D57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Настройка сервера сетевого журнала</a:t>
            </a:r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Шрифт, алгеб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F54CBF0-51A3-EC52-5F17-7B920248E2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3037" y="2682081"/>
            <a:ext cx="9305925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60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970E9-CDE9-10AA-D644-D33E56C84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34D88E-461F-01D8-28DF-6B57B2A8E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Настройка клиента сетевого журнала</a:t>
            </a:r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EF9F3D5-EC4E-42B6-405A-9871E747B0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6337" y="2539206"/>
            <a:ext cx="983932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969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17251-5CD9-8E45-C0D9-CC0A5860F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20E17C-7AA8-85CC-980D-DD3A0A9A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Настройка клиента сетевого журнала</a:t>
            </a:r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080DA58-3FE0-3510-3DA3-9C977ED95C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5387" y="2491581"/>
            <a:ext cx="9801225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88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7DC72-88C8-30F5-5704-620C54D99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89249-E07C-2B79-B62E-68A58BC17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Настройка клиента сетевого журнала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Шрифт, алгеб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747EFED-52BF-DC11-B8C4-F2CD7761B0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8287" y="2858294"/>
            <a:ext cx="911542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839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8B795-039F-D40E-C5A7-25513376A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4A532E-4134-074D-720D-BCD07DD1C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Просмотр журнала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19450E7-6A58-DA29-4BFA-358565E8D1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6712" y="1042161"/>
            <a:ext cx="7631675" cy="513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26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DB0B0-1F18-9C5C-A509-8E1D0CAE5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203879-E3BE-D122-E1AC-82541F907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Просмотр журнала</a:t>
            </a:r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число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973D6A4-89C6-8DAB-D9F4-5C5D23CBE6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3706" y="1151973"/>
            <a:ext cx="6759023" cy="502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551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34378-7AFC-D338-BB4E-945EEF807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37C4D7-6BE7-20A4-204A-C1E66682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Просмотр журнала</a:t>
            </a:r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604FB9-CB2E-C794-EEC7-1824A6033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9255" y="1825625"/>
            <a:ext cx="7373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631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AA803-4C55-E9ED-30B3-6E183BA79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9DBFE2-FD4C-E3CB-D0E7-7D67BF49B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Просмотр журнала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электроника, снимок экран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079BF1C-6B12-F6C9-EB87-AC7919AA1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9202" y="1825625"/>
            <a:ext cx="811359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793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A9A8E-DC00-3DC0-DE91-C352928C0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F8E7A2-7D9F-D757-E50A-485B52822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a typeface="+mj-lt"/>
                <a:cs typeface="+mj-lt"/>
              </a:rPr>
              <a:t>Внесение изменений в настройки</a:t>
            </a:r>
          </a:p>
          <a:p>
            <a:r>
              <a:rPr lang="ru-RU" dirty="0">
                <a:ea typeface="+mj-lt"/>
                <a:cs typeface="+mj-lt"/>
              </a:rPr>
              <a:t>внутреннего окружения виртуальных</a:t>
            </a:r>
            <a:endParaRPr lang="ru-RU" dirty="0"/>
          </a:p>
          <a:p>
            <a:r>
              <a:rPr lang="ru-RU" dirty="0">
                <a:ea typeface="+mj-lt"/>
                <a:cs typeface="+mj-lt"/>
              </a:rPr>
              <a:t>машин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Шрифт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DF2A777-3A06-3868-55FA-A062D37867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1112" y="2848769"/>
            <a:ext cx="9629775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95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B69F2-FE69-259D-0998-3D4449706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4756D3-8414-79AB-36D0-9056D43B2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a typeface="+mj-lt"/>
                <a:cs typeface="+mj-lt"/>
              </a:rPr>
              <a:t>Внесение изменений в настройки</a:t>
            </a:r>
            <a:endParaRPr lang="ru-RU" dirty="0"/>
          </a:p>
          <a:p>
            <a:r>
              <a:rPr lang="ru-RU" dirty="0">
                <a:ea typeface="+mj-lt"/>
                <a:cs typeface="+mj-lt"/>
              </a:rPr>
              <a:t>внутреннего окружения виртуальных</a:t>
            </a:r>
            <a:endParaRPr lang="ru-RU" dirty="0"/>
          </a:p>
          <a:p>
            <a:r>
              <a:rPr lang="ru-RU" dirty="0">
                <a:ea typeface="+mj-lt"/>
                <a:cs typeface="+mj-lt"/>
              </a:rPr>
              <a:t>машин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веб-страниц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40AEFA-EC6C-7F59-2FF1-FB80E9D0F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2201069"/>
            <a:ext cx="97536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215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3BC8A-5817-13EB-1F25-8AFC66A5A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7A9330-226A-51D0-5F48-3B40B6E6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a typeface="+mj-lt"/>
                <a:cs typeface="+mj-lt"/>
              </a:rPr>
              <a:t>Внесение изменений в настройки</a:t>
            </a:r>
          </a:p>
          <a:p>
            <a:r>
              <a:rPr lang="ru-RU" dirty="0">
                <a:ea typeface="+mj-lt"/>
                <a:cs typeface="+mj-lt"/>
              </a:rPr>
              <a:t>внутреннего окружения виртуальных</a:t>
            </a:r>
            <a:endParaRPr lang="ru-RU" dirty="0"/>
          </a:p>
          <a:p>
            <a:r>
              <a:rPr lang="ru-RU" dirty="0">
                <a:ea typeface="+mj-lt"/>
                <a:cs typeface="+mj-lt"/>
              </a:rPr>
              <a:t>машин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Шрифт, алгебра, ч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E60D5B2-8567-C0A0-9F9D-21602D82A3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0" y="2765391"/>
            <a:ext cx="960120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28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C7CC8-8BEE-DBE6-935A-7535D6911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BE8A3B-5FD2-AC4D-9BE3-C54F74DBD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>
                <a:ea typeface="+mj-lt"/>
                <a:cs typeface="+mj-lt"/>
              </a:rPr>
              <a:t>Внесение изменений в настройки</a:t>
            </a:r>
            <a:endParaRPr lang="ru-RU"/>
          </a:p>
          <a:p>
            <a:r>
              <a:rPr lang="ru-RU">
                <a:ea typeface="+mj-lt"/>
                <a:cs typeface="+mj-lt"/>
              </a:rPr>
              <a:t>внутреннего окружения виртуальных</a:t>
            </a:r>
            <a:endParaRPr lang="ru-RU"/>
          </a:p>
          <a:p>
            <a:r>
              <a:rPr lang="ru-RU" dirty="0">
                <a:ea typeface="+mj-lt"/>
                <a:cs typeface="+mj-lt"/>
              </a:rPr>
              <a:t>машин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2FE21A-F730-821F-6142-EB9C35E122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5862" y="2586831"/>
            <a:ext cx="982027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29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D78EE-9CFA-0334-E068-08EDE9DD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FABB6-0A75-F71B-BE09-14709D4C7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225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dirty="0">
                <a:ea typeface="+mj-lt"/>
                <a:cs typeface="+mj-lt"/>
              </a:rPr>
              <a:t>Внесение изменений в настройки</a:t>
            </a:r>
          </a:p>
          <a:p>
            <a:r>
              <a:rPr lang="ru-RU" dirty="0">
                <a:ea typeface="+mj-lt"/>
                <a:cs typeface="+mj-lt"/>
              </a:rPr>
              <a:t>внутреннего окружения виртуальных</a:t>
            </a:r>
            <a:endParaRPr lang="ru-RU" dirty="0"/>
          </a:p>
          <a:p>
            <a:r>
              <a:rPr lang="ru-RU" dirty="0">
                <a:ea typeface="+mj-lt"/>
                <a:cs typeface="+mj-lt"/>
              </a:rPr>
              <a:t>машин</a:t>
            </a:r>
            <a:endParaRPr lang="ru-RU" dirty="0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чек, Шрифт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B433CCE-CCE5-2C45-2D5E-2B8C1AC3E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3213" y="3126029"/>
            <a:ext cx="8153400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758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39E60-5A7A-8E1D-EE9C-B9BDFCD85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0A03D1-3F55-5D9D-4C9D-8D23E5F8A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675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dirty="0">
                <a:ea typeface="+mj-lt"/>
                <a:cs typeface="+mj-lt"/>
              </a:rPr>
              <a:t>Внесение изменений в настройки</a:t>
            </a:r>
            <a:endParaRPr lang="ru-RU" dirty="0"/>
          </a:p>
          <a:p>
            <a:r>
              <a:rPr lang="ru-RU" dirty="0">
                <a:ea typeface="+mj-lt"/>
                <a:cs typeface="+mj-lt"/>
              </a:rPr>
              <a:t>внутреннего окружения виртуальных</a:t>
            </a:r>
            <a:endParaRPr lang="ru-RU"/>
          </a:p>
          <a:p>
            <a:r>
              <a:rPr lang="ru-RU" dirty="0">
                <a:ea typeface="+mj-lt"/>
                <a:cs typeface="+mj-lt"/>
              </a:rPr>
              <a:t>машин</a:t>
            </a:r>
            <a:endParaRPr lang="ru-RU"/>
          </a:p>
          <a:p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B2B6C5D7-5DE7-29DF-08CD-CACE6A2CDE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2452" y="2886457"/>
            <a:ext cx="7162800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674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Тема Office</vt:lpstr>
      <vt:lpstr>Лабораторная работа №15 Настройка сетевого журналирования </vt:lpstr>
      <vt:lpstr>Настройка сервера сетевого журнала </vt:lpstr>
      <vt:lpstr>Настройка сервера сетевого журнала </vt:lpstr>
      <vt:lpstr>Настройка сервера сетевого журнала </vt:lpstr>
      <vt:lpstr>Настройка сервера сетевого журнала </vt:lpstr>
      <vt:lpstr>Настройка клиента сетевого журнала </vt:lpstr>
      <vt:lpstr>Настройка клиента сетевого журнала </vt:lpstr>
      <vt:lpstr>Настройка клиента сетевого журнала </vt:lpstr>
      <vt:lpstr>Просмотр журнала </vt:lpstr>
      <vt:lpstr>Просмотр журнала </vt:lpstr>
      <vt:lpstr>Просмотр журнала </vt:lpstr>
      <vt:lpstr>Просмотр журнала </vt:lpstr>
      <vt:lpstr>Внесение изменений в настройки внутреннего окружения виртуальных машин </vt:lpstr>
      <vt:lpstr>Внесение изменений в настройки внутреннего окружения виртуальных машин </vt:lpstr>
      <vt:lpstr>Внесение изменений в настройки внутреннего окружения виртуальных машин </vt:lpstr>
      <vt:lpstr>Внесение изменений в настройки внутреннего окружения виртуальных машин </vt:lpstr>
      <vt:lpstr>Внесение изменений в настройки внутреннего окружения виртуальных машин </vt:lpstr>
      <vt:lpstr>Внесение изменений в настройки внутреннего окружения виртуальных машин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55</cp:revision>
  <dcterms:created xsi:type="dcterms:W3CDTF">2025-12-13T16:23:45Z</dcterms:created>
  <dcterms:modified xsi:type="dcterms:W3CDTF">2025-12-13T16:32:11Z</dcterms:modified>
</cp:coreProperties>
</file>