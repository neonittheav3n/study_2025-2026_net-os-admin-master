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BC105-44AD-4E3A-8A85-27152FE7B392}" v="123" dt="2025-11-22T17:04:34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Лабораторная работа №12</a:t>
            </a:r>
            <a:endParaRPr lang="ru-RU">
              <a:ea typeface="+mj-lt"/>
              <a:cs typeface="+mj-lt"/>
            </a:endParaRPr>
          </a:p>
          <a:p>
            <a:r>
              <a:rPr lang="ru-RU" dirty="0">
                <a:ea typeface="+mj-lt"/>
                <a:cs typeface="+mj-lt"/>
              </a:rPr>
              <a:t>Синхронизация времени</a:t>
            </a:r>
            <a:endParaRPr lang="ru-RU">
              <a:ea typeface="+mj-lt"/>
              <a:cs typeface="+mj-lt"/>
            </a:endParaRPr>
          </a:p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Жаворонков Кирилл Александрович</a:t>
            </a:r>
          </a:p>
          <a:p>
            <a:r>
              <a:rPr lang="ru-RU" dirty="0"/>
              <a:t>1132231844</a:t>
            </a:r>
          </a:p>
          <a:p>
            <a:r>
              <a:rPr lang="ru-RU"/>
              <a:t>НПИбд-01-23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9F898-12B2-6B6C-B61D-590DC324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параметров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0BEEA2-D675-E88B-6B65-1E319CB26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550" y="2267744"/>
            <a:ext cx="94869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DE17D-42BF-893E-7C4F-F6BF34FB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параметров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06E718-2E5E-005B-CF32-0C222CBBD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412" y="2234406"/>
            <a:ext cx="94011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7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C3748-676E-F43F-F1CA-50B6B00B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E5CFF-2EA1-2EA7-1402-702BD06B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75C144-F2C4-CDEB-182C-C92498998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312" y="2515394"/>
            <a:ext cx="94773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6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1D8A8-16FE-F05F-4979-6E7D6B76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2692B-4B69-AD84-287B-2CFC641C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Управление синхронизацией времени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8F285C-BE75-BB21-BA64-333D7DB55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150" y="2872581"/>
            <a:ext cx="90297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0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CFE6-41B6-C640-61FD-0579FBB5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E7EC5-86A0-4739-6664-40F23061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A08701-8359-6B6B-2540-964A46706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275" y="2834481"/>
            <a:ext cx="93154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2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B85A-A819-ED94-A46C-FBF400C2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BA4FE-6DEF-6815-8A3F-47129892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CF826F-8FEE-0A9A-40F5-92A412758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112" y="2072481"/>
            <a:ext cx="96297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1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5E22E-2CB6-5135-5840-7678EBDA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5C0AB-676D-1613-B2C5-E42DC1CE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8A5695-F6BA-EB3A-5384-80B4A236E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237" y="3105944"/>
            <a:ext cx="91535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4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A1F4-AF70-D739-AD9C-09777D4F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0F47C-E8D0-5435-8E8C-63BF6383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C877EE-E23A-B804-468D-1F5B32613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7350" y="2120106"/>
            <a:ext cx="88773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1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3BE6-CE63-DB62-46CC-BDEA9EB2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7711A-D821-400A-63D6-6A03DA40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Шрифт, белый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5F1398-10E2-F45C-C237-E1EDB559E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825" y="3310731"/>
            <a:ext cx="81343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67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745A-FCFA-0870-C7D7-8F78D5C2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43399-D87F-CAEF-C401-09D5A391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Управление синхронизацией времени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854B24-D43C-F2BE-5E16-30FA3CEC8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725" y="3139281"/>
            <a:ext cx="97345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9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2E84-DFE8-5BB1-85FD-BE906572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D7ADB-9589-DD7E-D219-E987C5A3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Управление синхронизацией времени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66117E-038A-BA0F-7B34-164C94019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487" y="2839244"/>
            <a:ext cx="896302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3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75A23-ACB9-066B-88E6-2A068697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Шрифт, снимок экрана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0DFFE6-C1E2-76B4-8F45-05D3A9A6A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512" y="3020219"/>
            <a:ext cx="93249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F6609-EF1D-2C09-796A-9E4D2BCA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машин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A7EC89-610F-5B27-F4A9-0CD1A667A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981994"/>
            <a:ext cx="95059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10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61FD5-EA51-57AF-ED5C-7F0B8C08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5" name="Объект 4" descr="Изображение выглядит как текст, Шрифт, белый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066142-787B-BB85-9F33-577514CFE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925" y="3044031"/>
            <a:ext cx="882015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27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C4BD0-9907-EDFE-848B-2FDD019E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AAD08E-7EA1-DB39-7D76-538146CD1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112" y="2539206"/>
            <a:ext cx="96297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93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26795-92E1-C511-750B-48C33C2B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7" name="Объект 6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0DB4D9-004F-64A6-A183-BCB60E0A2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271" y="1891437"/>
            <a:ext cx="8324850" cy="220980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4BCFEA-F966-C5F7-C3AF-26364DE78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71" y="4258365"/>
            <a:ext cx="81724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402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Лабораторная работа №12 Синхронизация времени </vt:lpstr>
      <vt:lpstr>Настройка параметров времени </vt:lpstr>
      <vt:lpstr>Настройка параметров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Управление синхронизацией времени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2025-11-22T16:53:23Z</dcterms:created>
  <dcterms:modified xsi:type="dcterms:W3CDTF">2025-11-22T17:04:53Z</dcterms:modified>
</cp:coreProperties>
</file>