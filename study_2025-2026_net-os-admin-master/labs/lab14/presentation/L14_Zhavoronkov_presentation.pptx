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8" r:id="rId12"/>
    <p:sldId id="270" r:id="rId13"/>
    <p:sldId id="271" r:id="rId14"/>
    <p:sldId id="272" r:id="rId15"/>
    <p:sldId id="273" r:id="rId16"/>
    <p:sldId id="274" r:id="rId17"/>
    <p:sldId id="275" r:id="rId18"/>
    <p:sldId id="269" r:id="rId19"/>
    <p:sldId id="267" r:id="rId20"/>
    <p:sldId id="26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545F42-6C21-4F79-BAF6-550849A89F69}" v="185" dt="2025-12-06T18:00:28.8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>
                <a:ea typeface="+mj-lt"/>
                <a:cs typeface="+mj-lt"/>
              </a:rPr>
              <a:t>Лабораторная работа №14</a:t>
            </a:r>
            <a:endParaRPr lang="ru-RU"/>
          </a:p>
          <a:p>
            <a:r>
              <a:rPr lang="ru-RU">
                <a:ea typeface="+mj-lt"/>
                <a:cs typeface="+mj-lt"/>
              </a:rPr>
              <a:t>Настройка файловых служб Samba</a:t>
            </a:r>
            <a:endParaRPr lang="ru-RU"/>
          </a:p>
          <a:p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Жаворонков Кирилл Александрович</a:t>
            </a:r>
          </a:p>
          <a:p>
            <a:r>
              <a:rPr lang="ru-RU" dirty="0"/>
              <a:t>1132231844</a:t>
            </a:r>
          </a:p>
          <a:p>
            <a:r>
              <a:rPr lang="ru-RU" dirty="0"/>
              <a:t>НПИбд-01-23</a:t>
            </a:r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8A49BA-4695-1442-7DFC-B5DAB4725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a typeface="+mj-lt"/>
                <a:cs typeface="+mj-lt"/>
              </a:rPr>
              <a:t>Настройка сервера </a:t>
            </a:r>
            <a:r>
              <a:rPr lang="ru-RU" dirty="0" err="1">
                <a:ea typeface="+mj-lt"/>
                <a:cs typeface="+mj-lt"/>
              </a:rPr>
              <a:t>Samba</a:t>
            </a:r>
            <a:endParaRPr lang="ru-RU" dirty="0" err="1"/>
          </a:p>
          <a:p>
            <a:endParaRPr lang="ru-RU" dirty="0"/>
          </a:p>
        </p:txBody>
      </p:sp>
      <p:pic>
        <p:nvPicPr>
          <p:cNvPr id="4" name="Объект 3" descr="Изображение выглядит как текст, снимок экрана, число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7C1D399-082F-AD59-1140-322BF4383D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9714" y="1251364"/>
            <a:ext cx="6931702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60B54AB-A534-047D-B9E2-B172428455CA}"/>
              </a:ext>
            </a:extLst>
          </p:cNvPr>
          <p:cNvSpPr txBox="1"/>
          <p:nvPr/>
        </p:nvSpPr>
        <p:spPr>
          <a:xfrm>
            <a:off x="3048000" y="5596944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Рис. 1.1. Установка на сервере необходимых пакетов samba samba-client cifs- utils.</a:t>
            </a:r>
          </a:p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7642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D0662-13BC-2F87-C192-61575D502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C5A872-1A4A-D28A-BBE7-54B5FFBFC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a typeface="+mj-lt"/>
                <a:cs typeface="+mj-lt"/>
              </a:rPr>
              <a:t>Настройка сервера </a:t>
            </a:r>
            <a:r>
              <a:rPr lang="ru-RU" dirty="0" err="1">
                <a:ea typeface="+mj-lt"/>
                <a:cs typeface="+mj-lt"/>
              </a:rPr>
              <a:t>Samba</a:t>
            </a:r>
            <a:endParaRPr lang="ru-RU" dirty="0" err="1"/>
          </a:p>
          <a:p>
            <a:endParaRPr lang="ru-RU" dirty="0"/>
          </a:p>
        </p:txBody>
      </p:sp>
      <p:pic>
        <p:nvPicPr>
          <p:cNvPr id="4" name="Объект 3" descr="Изображение выглядит как текст, Шрифт, белый, алгебр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D8E1D35-C371-B406-9935-3CCC8ECC29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6937" y="3396456"/>
            <a:ext cx="7858125" cy="120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827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3BE76-E42D-CAF5-1D92-6B5C810B0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B64795-7AA9-D68D-FDC0-33BC97385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ea typeface="+mj-lt"/>
                <a:cs typeface="+mj-lt"/>
              </a:rPr>
              <a:t>Настройка сервера </a:t>
            </a:r>
            <a:r>
              <a:rPr lang="ru-RU" err="1">
                <a:ea typeface="+mj-lt"/>
                <a:cs typeface="+mj-lt"/>
              </a:rPr>
              <a:t>Samba</a:t>
            </a:r>
            <a:endParaRPr lang="ru-RU" err="1"/>
          </a:p>
          <a:p>
            <a:endParaRPr lang="ru-RU" dirty="0"/>
          </a:p>
        </p:txBody>
      </p:sp>
      <p:pic>
        <p:nvPicPr>
          <p:cNvPr id="4" name="Объект 3" descr="Изображение выглядит как текст, снимок экрана, веб-страница, Веб-сай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6AEF2CE-7A2F-B088-5D50-4DF738B71F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7341" y="1825625"/>
            <a:ext cx="943731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508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8D4A4-4FD2-DCC9-A39D-98068ADA4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9F3272-229A-99D8-9D71-342AE2B2D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a typeface="+mj-lt"/>
                <a:cs typeface="+mj-lt"/>
              </a:rPr>
              <a:t>Настройка сервера </a:t>
            </a:r>
            <a:r>
              <a:rPr lang="ru-RU" dirty="0" err="1">
                <a:ea typeface="+mj-lt"/>
                <a:cs typeface="+mj-lt"/>
              </a:rPr>
              <a:t>Samba</a:t>
            </a:r>
          </a:p>
          <a:p>
            <a:endParaRPr lang="ru-RU" dirty="0"/>
          </a:p>
        </p:txBody>
      </p:sp>
      <p:pic>
        <p:nvPicPr>
          <p:cNvPr id="4" name="Объект 3" descr="Изображение выглядит как текст, электроника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7245669-16CB-0242-4AB7-E548848682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7732" y="1825625"/>
            <a:ext cx="765653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334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DB94B-EC1A-8754-5C4E-B45BF9389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DFE772-F5CD-9630-67D4-81068C671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a typeface="+mj-lt"/>
                <a:cs typeface="+mj-lt"/>
              </a:rPr>
              <a:t>Настройка сервера </a:t>
            </a:r>
            <a:r>
              <a:rPr lang="ru-RU" dirty="0" err="1">
                <a:ea typeface="+mj-lt"/>
                <a:cs typeface="+mj-lt"/>
              </a:rPr>
              <a:t>Samba</a:t>
            </a:r>
            <a:endParaRPr lang="ru-RU" dirty="0" err="1"/>
          </a:p>
          <a:p>
            <a:endParaRPr lang="ru-RU" dirty="0"/>
          </a:p>
        </p:txBody>
      </p:sp>
      <p:pic>
        <p:nvPicPr>
          <p:cNvPr id="4" name="Объект 3" descr="Изображение выглядит как текст, чек, алгебр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738ACD3-DC5C-E0D8-0C1C-C2D7FB1E3A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8275" y="3010694"/>
            <a:ext cx="931545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05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4AC66-192E-4907-AF92-B48451962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4ECC74-13C5-3CC3-935E-49D6E2D1E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a typeface="+mj-lt"/>
                <a:cs typeface="+mj-lt"/>
              </a:rPr>
              <a:t>Настройка сервера </a:t>
            </a:r>
            <a:r>
              <a:rPr lang="ru-RU" dirty="0" err="1">
                <a:ea typeface="+mj-lt"/>
                <a:cs typeface="+mj-lt"/>
              </a:rPr>
              <a:t>Samba</a:t>
            </a:r>
            <a:endParaRPr lang="ru-RU" dirty="0" err="1"/>
          </a:p>
          <a:p>
            <a:endParaRPr lang="ru-RU" dirty="0"/>
          </a:p>
        </p:txBody>
      </p:sp>
      <p:pic>
        <p:nvPicPr>
          <p:cNvPr id="4" name="Объект 3" descr="Изображение выглядит как текст, снимок экрана, Шрифт, докумен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168CD6B-83C5-4279-23BF-8CD570F9F0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6265" y="1825625"/>
            <a:ext cx="731946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523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7E297-FBE1-A348-B54E-8BB908609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A7F588-0312-7C53-CA62-F987595DD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ea typeface="+mj-lt"/>
                <a:cs typeface="+mj-lt"/>
              </a:rPr>
              <a:t>Настройка сервера </a:t>
            </a:r>
            <a:r>
              <a:rPr lang="ru-RU" err="1">
                <a:ea typeface="+mj-lt"/>
                <a:cs typeface="+mj-lt"/>
              </a:rPr>
              <a:t>Samba</a:t>
            </a:r>
            <a:endParaRPr lang="ru-RU" err="1"/>
          </a:p>
          <a:p>
            <a:endParaRPr lang="ru-RU" dirty="0"/>
          </a:p>
        </p:txBody>
      </p:sp>
      <p:pic>
        <p:nvPicPr>
          <p:cNvPr id="4" name="Объект 3" descr="Изображение выглядит как текст, чек, алгебр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5E5EA31-A788-976D-4D8C-76F78FF65E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2575" y="2639219"/>
            <a:ext cx="9086850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97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522A9-FB0F-CFC8-5E17-17B615CB2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8F2FD1-20E3-BCE9-92EF-2A78C78A3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ea typeface="+mj-lt"/>
                <a:cs typeface="+mj-lt"/>
              </a:rPr>
              <a:t>Настройка сервера </a:t>
            </a:r>
            <a:r>
              <a:rPr lang="ru-RU" err="1">
                <a:ea typeface="+mj-lt"/>
                <a:cs typeface="+mj-lt"/>
              </a:rPr>
              <a:t>Samba</a:t>
            </a:r>
            <a:endParaRPr lang="ru-RU" err="1"/>
          </a:p>
          <a:p>
            <a:endParaRPr lang="ru-RU" dirty="0"/>
          </a:p>
        </p:txBody>
      </p:sp>
      <p:pic>
        <p:nvPicPr>
          <p:cNvPr id="4" name="Объект 3" descr="Изображение выглядит как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514DBBE-DB64-C6EB-9912-C109D26D41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35650" y="1825625"/>
            <a:ext cx="692069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962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E7C07-E5DE-D150-641D-9B96BE471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27D3E6-E9AC-4BEF-31E2-D10DE955A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ea typeface="+mj-lt"/>
                <a:cs typeface="+mj-lt"/>
              </a:rPr>
              <a:t>Настройка сервера </a:t>
            </a:r>
            <a:r>
              <a:rPr lang="ru-RU" err="1">
                <a:ea typeface="+mj-lt"/>
                <a:cs typeface="+mj-lt"/>
              </a:rPr>
              <a:t>Samba</a:t>
            </a:r>
            <a:endParaRPr lang="ru-RU" err="1"/>
          </a:p>
          <a:p>
            <a:endParaRPr lang="ru-RU" dirty="0"/>
          </a:p>
        </p:txBody>
      </p:sp>
      <p:pic>
        <p:nvPicPr>
          <p:cNvPr id="4" name="Объект 3" descr="Изображение выглядит как текст, чек, Шрифт, алгебр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8E4DA14-A4D6-5B9A-2B82-0088BFB7ED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8750" y="3063081"/>
            <a:ext cx="9334500" cy="187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613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86097-AE40-B05C-4DFA-8A7FDCF97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DAF4D4-8582-6FEA-EA50-EFA53F6E0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a typeface="+mj-lt"/>
                <a:cs typeface="+mj-lt"/>
              </a:rPr>
              <a:t>Настройка сервера </a:t>
            </a:r>
            <a:r>
              <a:rPr lang="ru-RU" dirty="0" err="1">
                <a:ea typeface="+mj-lt"/>
                <a:cs typeface="+mj-lt"/>
              </a:rPr>
              <a:t>Samba</a:t>
            </a:r>
          </a:p>
          <a:p>
            <a:endParaRPr lang="ru-RU" dirty="0"/>
          </a:p>
        </p:txBody>
      </p:sp>
      <p:pic>
        <p:nvPicPr>
          <p:cNvPr id="4" name="Объект 3" descr="Изображение выглядит как текст, снимок экрана, Шрифт, докумен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B78C43B-8CF0-1963-0D4A-825816E123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3487" y="1939131"/>
            <a:ext cx="9725025" cy="412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5467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3BFC1-C331-61AD-AE4E-CC5743D91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386353-DB6C-08AB-6F2E-4A90C1BA7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a typeface="+mj-lt"/>
                <a:cs typeface="+mj-lt"/>
              </a:rPr>
              <a:t>Монтирование файловой системы</a:t>
            </a:r>
            <a:endParaRPr lang="ru-RU" dirty="0"/>
          </a:p>
          <a:p>
            <a:r>
              <a:rPr lang="ru-RU" dirty="0" err="1">
                <a:ea typeface="+mj-lt"/>
                <a:cs typeface="+mj-lt"/>
              </a:rPr>
              <a:t>Samba</a:t>
            </a:r>
            <a:r>
              <a:rPr lang="ru-RU" dirty="0">
                <a:ea typeface="+mj-lt"/>
                <a:cs typeface="+mj-lt"/>
              </a:rPr>
              <a:t> на клиенте</a:t>
            </a:r>
            <a:endParaRPr lang="ru-RU" dirty="0"/>
          </a:p>
          <a:p>
            <a:endParaRPr lang="ru-RU" dirty="0"/>
          </a:p>
        </p:txBody>
      </p:sp>
      <p:pic>
        <p:nvPicPr>
          <p:cNvPr id="4" name="Объект 3" descr="Изображение выглядит как текст, снимок экрана, число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E59B2A1-6B48-600A-EAD2-6BDFC0A7B2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93342" y="1825625"/>
            <a:ext cx="760531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665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9253F-053A-FFCC-D7C8-2128F5A8A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BEEF00-28E2-0733-30FA-8C9941F86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ea typeface="+mj-lt"/>
                <a:cs typeface="+mj-lt"/>
              </a:rPr>
              <a:t>Монтирование файловой системы</a:t>
            </a:r>
            <a:endParaRPr lang="ru-RU"/>
          </a:p>
          <a:p>
            <a:r>
              <a:rPr lang="ru-RU" err="1">
                <a:ea typeface="+mj-lt"/>
                <a:cs typeface="+mj-lt"/>
              </a:rPr>
              <a:t>Samba</a:t>
            </a:r>
            <a:r>
              <a:rPr lang="ru-RU">
                <a:ea typeface="+mj-lt"/>
                <a:cs typeface="+mj-lt"/>
              </a:rPr>
              <a:t> на клиенте</a:t>
            </a:r>
            <a:endParaRPr lang="ru-RU"/>
          </a:p>
          <a:p>
            <a:endParaRPr lang="ru-RU" dirty="0"/>
          </a:p>
        </p:txBody>
      </p:sp>
      <p:pic>
        <p:nvPicPr>
          <p:cNvPr id="4" name="Объект 3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D300BD9-E0AE-CFAC-F905-FDA08C3926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8262" y="2472531"/>
            <a:ext cx="9515475" cy="305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0301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11944-5381-15FE-3568-322F71DF7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C3C771-799D-323A-9A12-CF947F4A3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a typeface="+mj-lt"/>
                <a:cs typeface="+mj-lt"/>
              </a:rPr>
              <a:t>Монтирование файловой системы</a:t>
            </a:r>
            <a:endParaRPr lang="ru-RU" dirty="0"/>
          </a:p>
          <a:p>
            <a:r>
              <a:rPr lang="ru-RU" dirty="0" err="1">
                <a:ea typeface="+mj-lt"/>
                <a:cs typeface="+mj-lt"/>
              </a:rPr>
              <a:t>Samba</a:t>
            </a:r>
            <a:r>
              <a:rPr lang="ru-RU" dirty="0">
                <a:ea typeface="+mj-lt"/>
                <a:cs typeface="+mj-lt"/>
              </a:rPr>
              <a:t> на клиенте</a:t>
            </a:r>
            <a:endParaRPr lang="ru-RU" dirty="0"/>
          </a:p>
          <a:p>
            <a:endParaRPr lang="ru-RU" dirty="0"/>
          </a:p>
        </p:txBody>
      </p:sp>
      <p:pic>
        <p:nvPicPr>
          <p:cNvPr id="4" name="Объект 3" descr="Изображение выглядит как текст, чек, алгебр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B196740-69EA-179E-2B63-120B94B99C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7287" y="2996406"/>
            <a:ext cx="9877425" cy="200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4698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ECB22-6BA4-6C07-8677-3564C2AF3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AD8E0F-88B2-18C0-040C-530E0D42B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a typeface="+mj-lt"/>
                <a:cs typeface="+mj-lt"/>
              </a:rPr>
              <a:t>Монтирование файловой системы</a:t>
            </a:r>
            <a:endParaRPr lang="ru-RU" dirty="0"/>
          </a:p>
          <a:p>
            <a:r>
              <a:rPr lang="ru-RU" dirty="0" err="1">
                <a:ea typeface="+mj-lt"/>
                <a:cs typeface="+mj-lt"/>
              </a:rPr>
              <a:t>Samba</a:t>
            </a:r>
            <a:r>
              <a:rPr lang="ru-RU" dirty="0">
                <a:ea typeface="+mj-lt"/>
                <a:cs typeface="+mj-lt"/>
              </a:rPr>
              <a:t> на клиенте</a:t>
            </a:r>
            <a:endParaRPr lang="ru-RU" dirty="0"/>
          </a:p>
          <a:p>
            <a:endParaRPr lang="ru-RU" dirty="0"/>
          </a:p>
        </p:txBody>
      </p:sp>
      <p:pic>
        <p:nvPicPr>
          <p:cNvPr id="4" name="Объект 3" descr="Изображение выглядит как текст, снимок экрана, веб-страниц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AE0C452-5D37-6F7D-43AC-46749BB6E8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4760" y="1825625"/>
            <a:ext cx="864248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641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571C7-F6FC-0A18-95C8-46380AD70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683496-93ED-4DF2-2446-511F28C80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a typeface="+mj-lt"/>
                <a:cs typeface="+mj-lt"/>
              </a:rPr>
              <a:t>Монтирование файловой системы</a:t>
            </a:r>
            <a:endParaRPr lang="ru-RU" dirty="0"/>
          </a:p>
          <a:p>
            <a:r>
              <a:rPr lang="ru-RU" dirty="0" err="1">
                <a:ea typeface="+mj-lt"/>
                <a:cs typeface="+mj-lt"/>
              </a:rPr>
              <a:t>Samba</a:t>
            </a:r>
            <a:r>
              <a:rPr lang="ru-RU" dirty="0">
                <a:ea typeface="+mj-lt"/>
                <a:cs typeface="+mj-lt"/>
              </a:rPr>
              <a:t> на клиенте</a:t>
            </a:r>
            <a:endParaRPr lang="ru-RU" dirty="0"/>
          </a:p>
          <a:p>
            <a:endParaRPr lang="ru-RU" dirty="0"/>
          </a:p>
        </p:txBody>
      </p:sp>
      <p:pic>
        <p:nvPicPr>
          <p:cNvPr id="4" name="Объект 3" descr="Изображение выглядит как текст, чек, алгебр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00199F5-C550-AC59-397C-8037A17663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0225" y="2424906"/>
            <a:ext cx="8591550" cy="315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3105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E35B5-8372-0B72-9304-B1105B893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C8557E-62A3-B398-ACBF-4ED6BCE93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a typeface="+mj-lt"/>
                <a:cs typeface="+mj-lt"/>
              </a:rPr>
              <a:t>Монтирование файловой системы</a:t>
            </a:r>
            <a:endParaRPr lang="ru-RU" dirty="0"/>
          </a:p>
          <a:p>
            <a:r>
              <a:rPr lang="ru-RU" dirty="0" err="1">
                <a:ea typeface="+mj-lt"/>
                <a:cs typeface="+mj-lt"/>
              </a:rPr>
              <a:t>Samba</a:t>
            </a:r>
            <a:r>
              <a:rPr lang="ru-RU" dirty="0">
                <a:ea typeface="+mj-lt"/>
                <a:cs typeface="+mj-lt"/>
              </a:rPr>
              <a:t> на клиенте</a:t>
            </a:r>
            <a:endParaRPr lang="ru-RU" dirty="0"/>
          </a:p>
          <a:p>
            <a:endParaRPr lang="ru-RU" dirty="0"/>
          </a:p>
        </p:txBody>
      </p:sp>
      <p:pic>
        <p:nvPicPr>
          <p:cNvPr id="4" name="Объект 3" descr="Изображение выглядит как текст, снимок экрана, меню, докумен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D0B8EBF-18D5-1BDA-76BE-49BDEAEC32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0290" y="1825625"/>
            <a:ext cx="927141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415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D95CC-9674-63C1-9DF2-B745DE653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61E711-8538-599E-CA69-443E55DC8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ea typeface="+mj-lt"/>
                <a:cs typeface="+mj-lt"/>
              </a:rPr>
              <a:t>Монтирование файловой системы</a:t>
            </a:r>
            <a:endParaRPr lang="ru-RU"/>
          </a:p>
          <a:p>
            <a:r>
              <a:rPr lang="ru-RU" err="1">
                <a:ea typeface="+mj-lt"/>
                <a:cs typeface="+mj-lt"/>
              </a:rPr>
              <a:t>Samba</a:t>
            </a:r>
            <a:r>
              <a:rPr lang="ru-RU">
                <a:ea typeface="+mj-lt"/>
                <a:cs typeface="+mj-lt"/>
              </a:rPr>
              <a:t> на клиенте</a:t>
            </a:r>
            <a:endParaRPr lang="ru-RU"/>
          </a:p>
          <a:p>
            <a:endParaRPr lang="ru-RU" dirty="0"/>
          </a:p>
        </p:txBody>
      </p:sp>
      <p:pic>
        <p:nvPicPr>
          <p:cNvPr id="4" name="Объект 3" descr="Изображение выглядит как текст, Шрифт, белый, алгебр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A2DF069-DD3B-FD06-E236-71186D7D0C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81212" y="3410744"/>
            <a:ext cx="8029575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0653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C514A-6EC4-964D-8E6F-59D1C5739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A723E2-AF58-8061-64D2-D53EAB250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ea typeface="+mj-lt"/>
                <a:cs typeface="+mj-lt"/>
              </a:rPr>
              <a:t>Монтирование файловой системы</a:t>
            </a:r>
            <a:endParaRPr lang="ru-RU"/>
          </a:p>
          <a:p>
            <a:r>
              <a:rPr lang="ru-RU" err="1">
                <a:ea typeface="+mj-lt"/>
                <a:cs typeface="+mj-lt"/>
              </a:rPr>
              <a:t>Samba</a:t>
            </a:r>
            <a:r>
              <a:rPr lang="ru-RU">
                <a:ea typeface="+mj-lt"/>
                <a:cs typeface="+mj-lt"/>
              </a:rPr>
              <a:t> на клиенте</a:t>
            </a:r>
            <a:endParaRPr lang="ru-RU"/>
          </a:p>
          <a:p>
            <a:endParaRPr lang="ru-RU" dirty="0"/>
          </a:p>
        </p:txBody>
      </p:sp>
      <p:pic>
        <p:nvPicPr>
          <p:cNvPr id="4" name="Объект 3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CF038E9-B668-0996-C19B-A56080C2D7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4925" y="2967831"/>
            <a:ext cx="9582150" cy="206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9496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2186D-84D1-901A-0EC9-8057C53B6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03637E-413E-815A-3487-FBE09D5B7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a typeface="+mj-lt"/>
                <a:cs typeface="+mj-lt"/>
              </a:rPr>
              <a:t>Монтирование файловой системы</a:t>
            </a:r>
            <a:endParaRPr lang="ru-RU"/>
          </a:p>
          <a:p>
            <a:r>
              <a:rPr lang="ru-RU" dirty="0" err="1">
                <a:ea typeface="+mj-lt"/>
                <a:cs typeface="+mj-lt"/>
              </a:rPr>
              <a:t>Samba</a:t>
            </a:r>
            <a:r>
              <a:rPr lang="ru-RU" dirty="0">
                <a:ea typeface="+mj-lt"/>
                <a:cs typeface="+mj-lt"/>
              </a:rPr>
              <a:t> на клиенте</a:t>
            </a:r>
            <a:endParaRPr lang="ru-RU" dirty="0"/>
          </a:p>
          <a:p>
            <a:endParaRPr lang="ru-RU" dirty="0"/>
          </a:p>
        </p:txBody>
      </p:sp>
      <p:pic>
        <p:nvPicPr>
          <p:cNvPr id="4" name="Объект 3" descr="Изображение выглядит как текст, снимок экрана, веб-страниц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450D54B-2AFC-404D-E993-5481761250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8737" y="1991519"/>
            <a:ext cx="9534525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4529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F9E92-817F-E02F-6DCA-BC6DC193A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FD985E-D3A0-75F9-BC93-995FE5F11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Монтирование файловой системы</a:t>
            </a:r>
          </a:p>
          <a:p>
            <a:r>
              <a:rPr lang="ru-RU" dirty="0" err="1"/>
              <a:t>Samba</a:t>
            </a:r>
            <a:r>
              <a:rPr lang="ru-RU" dirty="0"/>
              <a:t> на клиенте</a:t>
            </a:r>
          </a:p>
        </p:txBody>
      </p:sp>
      <p:pic>
        <p:nvPicPr>
          <p:cNvPr id="4" name="Объект 3" descr="Изображение выглядит как текст, Шрифт, чек, бел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3DBF232-0E82-E8FE-5828-AAB0404E62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4462" y="3591719"/>
            <a:ext cx="9363075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7561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74957-05D4-97B9-9489-C44A60920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C6B169-848E-A3DF-0B5A-B9006C066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ea typeface="+mj-lt"/>
                <a:cs typeface="+mj-lt"/>
              </a:rPr>
              <a:t>Внесение изменений в настройки</a:t>
            </a:r>
            <a:endParaRPr lang="ru-RU" dirty="0"/>
          </a:p>
          <a:p>
            <a:r>
              <a:rPr lang="ru-RU" dirty="0">
                <a:ea typeface="+mj-lt"/>
                <a:cs typeface="+mj-lt"/>
              </a:rPr>
              <a:t>внутреннего окружения виртуальных</a:t>
            </a:r>
            <a:endParaRPr lang="ru-RU" dirty="0"/>
          </a:p>
          <a:p>
            <a:r>
              <a:rPr lang="ru-RU" dirty="0">
                <a:ea typeface="+mj-lt"/>
                <a:cs typeface="+mj-lt"/>
              </a:rPr>
              <a:t>машин</a:t>
            </a:r>
            <a:endParaRPr lang="ru-RU" dirty="0"/>
          </a:p>
          <a:p>
            <a:endParaRPr lang="ru-RU" dirty="0"/>
          </a:p>
        </p:txBody>
      </p:sp>
      <p:pic>
        <p:nvPicPr>
          <p:cNvPr id="4" name="Объект 3" descr="Изображение выглядит как текст, чек, Шрифт, алгебр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3A0D84A-125E-E3D8-76B4-DE31C1987B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5837" y="3077369"/>
            <a:ext cx="10220325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807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784CB-E96D-E4EC-D50E-A891C193E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8CF287-2A43-747D-4ECA-8628C00DB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ea typeface="+mj-lt"/>
                <a:cs typeface="+mj-lt"/>
              </a:rPr>
              <a:t>Внесение изменений в настройки</a:t>
            </a:r>
            <a:endParaRPr lang="ru-RU" dirty="0"/>
          </a:p>
          <a:p>
            <a:r>
              <a:rPr lang="ru-RU" dirty="0">
                <a:ea typeface="+mj-lt"/>
                <a:cs typeface="+mj-lt"/>
              </a:rPr>
              <a:t>внутреннего окружения виртуальных</a:t>
            </a:r>
            <a:endParaRPr lang="ru-RU" dirty="0"/>
          </a:p>
          <a:p>
            <a:r>
              <a:rPr lang="ru-RU" dirty="0">
                <a:ea typeface="+mj-lt"/>
                <a:cs typeface="+mj-lt"/>
              </a:rPr>
              <a:t>машин</a:t>
            </a:r>
            <a:endParaRPr lang="ru-RU" dirty="0"/>
          </a:p>
          <a:p>
            <a:endParaRPr lang="ru-RU" dirty="0"/>
          </a:p>
        </p:txBody>
      </p:sp>
      <p:pic>
        <p:nvPicPr>
          <p:cNvPr id="4" name="Объект 3" descr="Изображение выглядит как текст, электроника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B7FCB4D-0814-722F-0755-CD9D831BFD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5500" y="1825625"/>
            <a:ext cx="70410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7613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05FA5-A896-EEB9-9D5C-8008369D8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0540D5-B124-9E0B-99B9-4498D4904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>
                <a:ea typeface="+mj-lt"/>
                <a:cs typeface="+mj-lt"/>
              </a:rPr>
              <a:t>Внесение изменений в настройки</a:t>
            </a:r>
            <a:endParaRPr lang="ru-RU"/>
          </a:p>
          <a:p>
            <a:r>
              <a:rPr lang="ru-RU" dirty="0">
                <a:ea typeface="+mj-lt"/>
                <a:cs typeface="+mj-lt"/>
              </a:rPr>
              <a:t>внутреннего окружения виртуальных</a:t>
            </a:r>
            <a:endParaRPr lang="ru-RU" dirty="0"/>
          </a:p>
          <a:p>
            <a:r>
              <a:rPr lang="ru-RU" dirty="0">
                <a:ea typeface="+mj-lt"/>
                <a:cs typeface="+mj-lt"/>
              </a:rPr>
              <a:t>машин</a:t>
            </a:r>
            <a:endParaRPr lang="ru-RU" dirty="0"/>
          </a:p>
          <a:p>
            <a:endParaRPr lang="ru-RU" dirty="0"/>
          </a:p>
        </p:txBody>
      </p:sp>
      <p:pic>
        <p:nvPicPr>
          <p:cNvPr id="4" name="Объект 3" descr="Изображение выглядит как текст, снимок экрана, Шрифт, докумен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4B2C4F0-C713-9961-DA34-3C5B5E03CE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2050" y="2896394"/>
            <a:ext cx="9867900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8985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4A317-AA4C-05A8-683E-B48174583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38F322-C44E-B878-8E6C-0CE66B690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>
                <a:ea typeface="+mj-lt"/>
                <a:cs typeface="+mj-lt"/>
              </a:rPr>
              <a:t>Внесение изменений в настройки</a:t>
            </a:r>
            <a:endParaRPr lang="ru-RU"/>
          </a:p>
          <a:p>
            <a:r>
              <a:rPr lang="ru-RU">
                <a:ea typeface="+mj-lt"/>
                <a:cs typeface="+mj-lt"/>
              </a:rPr>
              <a:t>внутреннего окружения виртуальных</a:t>
            </a:r>
            <a:endParaRPr lang="ru-RU"/>
          </a:p>
          <a:p>
            <a:r>
              <a:rPr lang="ru-RU">
                <a:ea typeface="+mj-lt"/>
                <a:cs typeface="+mj-lt"/>
              </a:rPr>
              <a:t>машин</a:t>
            </a:r>
            <a:endParaRPr lang="ru-RU"/>
          </a:p>
          <a:p>
            <a:endParaRPr lang="ru-RU" dirty="0"/>
          </a:p>
        </p:txBody>
      </p:sp>
      <p:pic>
        <p:nvPicPr>
          <p:cNvPr id="4" name="Объект 3" descr="Изображение выглядит как текст, снимок экрана, программное обеспечение, веб-страниц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82A2729-AD64-90D9-50BE-E43947D56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6670" y="1825625"/>
            <a:ext cx="765866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7304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62D21B-B1B9-542A-C991-38AA9D6DC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>
                <a:ea typeface="+mj-lt"/>
                <a:cs typeface="+mj-lt"/>
              </a:rPr>
              <a:t>Внесение изменений в настройки</a:t>
            </a:r>
            <a:endParaRPr lang="ru-RU"/>
          </a:p>
          <a:p>
            <a:r>
              <a:rPr lang="ru-RU">
                <a:ea typeface="+mj-lt"/>
                <a:cs typeface="+mj-lt"/>
              </a:rPr>
              <a:t>внутреннего окружения виртуальных</a:t>
            </a:r>
            <a:endParaRPr lang="ru-RU"/>
          </a:p>
          <a:p>
            <a:r>
              <a:rPr lang="ru-RU">
                <a:ea typeface="+mj-lt"/>
                <a:cs typeface="+mj-lt"/>
              </a:rPr>
              <a:t>машин</a:t>
            </a:r>
            <a:endParaRPr lang="ru-RU"/>
          </a:p>
          <a:p>
            <a:endParaRPr lang="ru-RU" dirty="0"/>
          </a:p>
        </p:txBody>
      </p:sp>
      <p:pic>
        <p:nvPicPr>
          <p:cNvPr id="4" name="Объект 3" descr="Изображение выглядит как текст, чек, Шрифт, бел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49ED7E8-17FB-B7CC-B03C-50FCD413E8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5143" y="1717822"/>
            <a:ext cx="7962900" cy="1876425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чек, Шрифт, бел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9A0B9EB-7639-8E67-5FCE-D34EB0D026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203" y="4144669"/>
            <a:ext cx="843915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86847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26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27" baseType="lpstr">
      <vt:lpstr>Тема Office</vt:lpstr>
      <vt:lpstr>Лабораторная работа №14 Настройка файловых служб Samba </vt:lpstr>
      <vt:lpstr>Настройка сервера Samba </vt:lpstr>
      <vt:lpstr>Настройка сервера Samba </vt:lpstr>
      <vt:lpstr>Настройка сервера Samba </vt:lpstr>
      <vt:lpstr>Настройка сервера Samba </vt:lpstr>
      <vt:lpstr>Настройка сервера Samba </vt:lpstr>
      <vt:lpstr>Настройка сервера Samba </vt:lpstr>
      <vt:lpstr>Настройка сервера Samba </vt:lpstr>
      <vt:lpstr>Настройка сервера Samba </vt:lpstr>
      <vt:lpstr>Настройка сервера Samba </vt:lpstr>
      <vt:lpstr>Настройка сервера Samba </vt:lpstr>
      <vt:lpstr>Монтирование файловой системы Samba на клиенте </vt:lpstr>
      <vt:lpstr>Монтирование файловой системы Samba на клиенте </vt:lpstr>
      <vt:lpstr>Монтирование файловой системы Samba на клиенте </vt:lpstr>
      <vt:lpstr>Монтирование файловой системы Samba на клиенте </vt:lpstr>
      <vt:lpstr>Монтирование файловой системы Samba на клиенте </vt:lpstr>
      <vt:lpstr>Монтирование файловой системы Samba на клиенте </vt:lpstr>
      <vt:lpstr>Монтирование файловой системы Samba на клиенте </vt:lpstr>
      <vt:lpstr>Монтирование файловой системы Samba на клиенте </vt:lpstr>
      <vt:lpstr>Монтирование файловой системы Samba на клиенте </vt:lpstr>
      <vt:lpstr>Монтирование файловой системы Samba на клиенте</vt:lpstr>
      <vt:lpstr>Внесение изменений в настройки внутреннего окружения виртуальных машин </vt:lpstr>
      <vt:lpstr>Внесение изменений в настройки внутреннего окружения виртуальных машин </vt:lpstr>
      <vt:lpstr>Внесение изменений в настройки внутреннего окружения виртуальных машин </vt:lpstr>
      <vt:lpstr>Внесение изменений в настройки внутреннего окружения виртуальных машин </vt:lpstr>
      <vt:lpstr>Внесение изменений в настройки внутреннего окружения виртуальных машин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74</cp:revision>
  <dcterms:created xsi:type="dcterms:W3CDTF">2025-12-06T17:35:31Z</dcterms:created>
  <dcterms:modified xsi:type="dcterms:W3CDTF">2025-12-06T18:04:50Z</dcterms:modified>
</cp:coreProperties>
</file>